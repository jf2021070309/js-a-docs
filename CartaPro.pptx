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E8A020">
              <a:alpha val="15000"/>
            </a:srgbClr>
          </a:solidFill>
          <a:ln w="12700">
            <a:solidFill>
              <a:srgbClr val="E8A02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502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🍽️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CartaPro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371600" y="2606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500" kern="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Cartas para Restaurantes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impresa · QR para mesas · Landing page digital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388620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E8A020">
              <a:alpha val="15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904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D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Tacna, Perú ·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C0392B">
              <a:alpha val="10000"/>
            </a:srgbClr>
          </a:solidFill>
          <a:ln w="12700">
            <a:solidFill>
              <a:srgbClr val="C0392B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DF6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muestran su carta hoy la mayoría de restaurantes?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697480" cy="1965960"/>
          </a:xfrm>
          <a:prstGeom prst="roundRect">
            <a:avLst>
              <a:gd name="adj" fmla="val 5581"/>
            </a:avLst>
          </a:prstGeom>
          <a:solidFill>
            <a:srgbClr val="251C0E"/>
          </a:solidFill>
          <a:ln w="12700">
            <a:solidFill>
              <a:srgbClr val="3D2A1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8132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📸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20299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D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por WhatsApp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imagen JPG que mandan por WhatsApp o postean en Facebook. Sin URL, sin calidad.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1417320"/>
            <a:ext cx="2697480" cy="1965960"/>
          </a:xfrm>
          <a:prstGeom prst="roundRect">
            <a:avLst>
              <a:gd name="adj" fmla="val 5581"/>
            </a:avLst>
          </a:prstGeom>
          <a:solidFill>
            <a:srgbClr val="251C0E"/>
          </a:solidFill>
          <a:ln w="12700">
            <a:solidFill>
              <a:srgbClr val="3D2A1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3552" y="148132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20299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D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solo en papel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4992" y="2377440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desactualizado, sin QR, sin versión digital. El cliente no la puede ver antes de llegar.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4768" y="1417320"/>
            <a:ext cx="2697480" cy="1965960"/>
          </a:xfrm>
          <a:prstGeom prst="roundRect">
            <a:avLst>
              <a:gd name="adj" fmla="val 5581"/>
            </a:avLst>
          </a:prstGeom>
          <a:solidFill>
            <a:srgbClr val="251C0E"/>
          </a:solidFill>
          <a:ln w="12700">
            <a:solidFill>
              <a:srgbClr val="3D2A1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44768" y="148132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54496" y="20299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D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actualización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6208" y="2377440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un precio significa rediseñar e imprimir todo de nuevo. Costoso y lento.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547872"/>
            <a:ext cx="8321040" cy="822960"/>
          </a:xfrm>
          <a:prstGeom prst="roundRect">
            <a:avLst>
              <a:gd name="adj" fmla="val 11111"/>
            </a:avLst>
          </a:prstGeom>
          <a:solidFill>
            <a:srgbClr val="3D151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8444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real: </a:t>
            </a:r>
            <a:pPr indent="0" marL="0">
              <a:buNone/>
            </a:pPr>
            <a:r>
              <a:rPr lang="en-US" sz="1200" b="1" dirty="0">
                <a:solidFill>
                  <a:srgbClr val="F5D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D'Brazza Dorada</a:t>
            </a:r>
            <a:pPr indent="0" marL="0">
              <a:buNone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(pollería en Tacna) usa una imagen JPG como carta de delivery — sin landing page, sin QR en mesas, sin URL para redes sociales.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DF6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paquete, todo resuelto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"Diseñamos y entregamos la carta de tu restaurante, en papel y en internet, todo en menos de una semana."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2697480" cy="2468880"/>
          </a:xfrm>
          <a:prstGeom prst="roundRect">
            <a:avLst>
              <a:gd name="adj" fmla="val 4444"/>
            </a:avLst>
          </a:prstGeom>
          <a:solidFill>
            <a:srgbClr val="251C0E"/>
          </a:solidFill>
          <a:ln w="12700">
            <a:solidFill>
              <a:srgbClr val="3D2A1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828800"/>
            <a:ext cx="777240" cy="777240"/>
          </a:xfrm>
          <a:prstGeom prst="ellipse">
            <a:avLst/>
          </a:prstGeom>
          <a:solidFill>
            <a:srgbClr val="2E1F0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🖨️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67919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 Impresa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" y="303580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profesional diseñado según la identidad del local. Listo para cualquier imprenta.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3552" y="1737360"/>
            <a:ext cx="2697480" cy="2468880"/>
          </a:xfrm>
          <a:prstGeom prst="roundRect">
            <a:avLst>
              <a:gd name="adj" fmla="val 4444"/>
            </a:avLst>
          </a:prstGeom>
          <a:solidFill>
            <a:srgbClr val="251C0E"/>
          </a:solidFill>
          <a:ln w="12700">
            <a:solidFill>
              <a:srgbClr val="3D2A1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33672" y="1828800"/>
            <a:ext cx="777240" cy="777240"/>
          </a:xfrm>
          <a:prstGeom prst="ellipse">
            <a:avLst/>
          </a:prstGeom>
          <a:solidFill>
            <a:srgbClr val="2E1F0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64992" y="267919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para Mesas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03580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Stickers o tarjetas con código QR único. El cliente lo escanea y ve la carta al instante.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35624" y="1737360"/>
            <a:ext cx="2697480" cy="2468880"/>
          </a:xfrm>
          <a:prstGeom prst="roundRect">
            <a:avLst>
              <a:gd name="adj" fmla="val 4444"/>
            </a:avLst>
          </a:prstGeom>
          <a:solidFill>
            <a:srgbClr val="251C0E"/>
          </a:solidFill>
          <a:ln w="12700">
            <a:solidFill>
              <a:srgbClr val="3D2A1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95744" y="1828800"/>
            <a:ext cx="777240" cy="777240"/>
          </a:xfrm>
          <a:prstGeom prst="ellipse">
            <a:avLst/>
          </a:prstGeom>
          <a:solidFill>
            <a:srgbClr val="2E1F0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95744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27064" y="267919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45352" y="303580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web con la carta digital. URL propia para compartir en Instagram, Facebook y TikTok.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CASO: D'BRAZZA DORADA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DF6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vs. Después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4069080" cy="3218688"/>
          </a:xfrm>
          <a:prstGeom prst="roundRect">
            <a:avLst>
              <a:gd name="adj" fmla="val 3409"/>
            </a:avLst>
          </a:prstGeom>
          <a:solidFill>
            <a:srgbClr val="3D151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ANTES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92224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como imagen JPG por WhatsApp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código QR en las mesas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URL para Instagram / Facebook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precios = rediseñar la imagen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no ve la carta antes de llegar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98448"/>
            <a:ext cx="4069080" cy="3218688"/>
          </a:xfrm>
          <a:prstGeom prst="roundRect">
            <a:avLst>
              <a:gd name="adj" fmla="val 3409"/>
            </a:avLst>
          </a:prstGeom>
          <a:solidFill>
            <a:srgbClr val="2E1F0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173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 CARTAPRO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92224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profesional + copias físicas impresas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stickers en cada mesa del local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propia en bio de IG, FB y TikTok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 precios en línea (S/ 35)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visible antes de llegar al local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F5D87A">
              <a:alpha val="10000"/>
            </a:srgbClr>
          </a:solidFill>
          <a:ln w="12700">
            <a:solidFill>
              <a:srgbClr val="F5D87A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DF6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2 paquetes + add-on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069080" cy="2606040"/>
          </a:xfrm>
          <a:prstGeom prst="roundRect">
            <a:avLst>
              <a:gd name="adj" fmla="val 4211"/>
            </a:avLst>
          </a:prstGeom>
          <a:solidFill>
            <a:srgbClr val="251C0E"/>
          </a:solidFill>
          <a:ln w="12700">
            <a:solidFill>
              <a:srgbClr val="3A2D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BÁSICO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S/ 150 – 180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carta PDF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cartas impresas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stickers (5 unidades)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Sin landing page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98448"/>
            <a:ext cx="4069080" cy="2606040"/>
          </a:xfrm>
          <a:prstGeom prst="roundRect">
            <a:avLst>
              <a:gd name="adj" fmla="val 4211"/>
            </a:avLst>
          </a:prstGeom>
          <a:solidFill>
            <a:srgbClr val="261D09"/>
          </a:solidFill>
          <a:ln w="254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PACK COMPLETO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D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S/ 350 – 400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46320" y="233172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Básico incluido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carta digital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propio 1 año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tarjetas (10 unidades)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4041648"/>
            <a:ext cx="8321040" cy="658368"/>
          </a:xfrm>
          <a:prstGeom prst="roundRect">
            <a:avLst>
              <a:gd name="adj" fmla="val 13889"/>
            </a:avLst>
          </a:prstGeom>
          <a:solidFill>
            <a:srgbClr val="2A1F0F"/>
          </a:solidFill>
          <a:ln w="12700">
            <a:solidFill>
              <a:srgbClr val="3A2D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96512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Add-on: Actualización de precios / platos en carta digital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23760" y="409651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S/ 35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DF6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98448"/>
            <a:ext cx="1965960" cy="1298448"/>
          </a:xfrm>
          <a:prstGeom prst="roundRect">
            <a:avLst>
              <a:gd name="adj" fmla="val 8451"/>
            </a:avLst>
          </a:prstGeom>
          <a:solidFill>
            <a:srgbClr val="251C0E"/>
          </a:solidFill>
          <a:ln w="12700">
            <a:solidFill>
              <a:srgbClr val="3A2D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Clave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618488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Imprentas locales Tacna · Hosting/dominio (Cloudflare, Railway) · Freelancers diseño/foto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31720" y="1298448"/>
            <a:ext cx="1965960" cy="1298448"/>
          </a:xfrm>
          <a:prstGeom prst="roundRect">
            <a:avLst>
              <a:gd name="adj" fmla="val 8451"/>
            </a:avLst>
          </a:prstGeom>
          <a:solidFill>
            <a:srgbClr val="251C0E"/>
          </a:solidFill>
          <a:ln w="12700">
            <a:solidFill>
              <a:srgbClr val="3A2D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37160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D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23160" y="1618488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carta PDF · Generación QR · Desarrollo landing page · Brief onboarding · Soporte WhatsApp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0" y="1298448"/>
            <a:ext cx="1965960" cy="1298448"/>
          </a:xfrm>
          <a:prstGeom prst="roundRect">
            <a:avLst>
              <a:gd name="adj" fmla="val 8451"/>
            </a:avLst>
          </a:prstGeom>
          <a:solidFill>
            <a:srgbClr val="251C0E"/>
          </a:solidFill>
          <a:ln w="12700">
            <a:solidFill>
              <a:srgbClr val="3A2D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37160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80560" y="1618488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impresa + QR en mesas + landing page digital, todo en un solo proveedor. Diseño profesional, entrega en 3–5 días, URL compartible en redes.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46520" y="1298448"/>
            <a:ext cx="2423160" cy="1298448"/>
          </a:xfrm>
          <a:prstGeom prst="roundRect">
            <a:avLst>
              <a:gd name="adj" fmla="val 8451"/>
            </a:avLst>
          </a:prstGeom>
          <a:solidFill>
            <a:srgbClr val="251C0E"/>
          </a:solidFill>
          <a:ln w="12700">
            <a:solidFill>
              <a:srgbClr val="3A2D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137160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D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37960" y="1618488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Visitas directas · Instagram / TikTok · Facebook · Boca a boca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688336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251C0E"/>
          </a:solidFill>
          <a:ln w="12700">
            <a:solidFill>
              <a:srgbClr val="3A2D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761488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3008376"/>
            <a:ext cx="178308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Pollerías, cafeterías, cevicherías, food trucks en Tacna · Pequeños y medianos locales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31720" y="2688336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251C0E"/>
          </a:solidFill>
          <a:ln w="12700">
            <a:solidFill>
              <a:srgbClr val="3A2D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23160" y="2761488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D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23160" y="3008376"/>
            <a:ext cx="178308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propia · Figma / Canva Pro · Plantillas base · Portafolio real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89120" y="2688336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251C0E"/>
          </a:solidFill>
          <a:ln w="12700">
            <a:solidFill>
              <a:srgbClr val="3A2D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80560" y="2761488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80560" y="3008376"/>
            <a:ext cx="178308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Básico S/150–180 · Pack Completo S/350–400 · Actualización S/35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46520" y="2688336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251C0E"/>
          </a:solidFill>
          <a:ln w="12700">
            <a:solidFill>
              <a:srgbClr val="3A2D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37960" y="276148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37960" y="3008376"/>
            <a:ext cx="224028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 subcontratada · Hosting/dominio ~S/20–30/año · Canva Pro ~S/50/mes · Tiempo de diseño (costo principal)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005072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2A1F0F"/>
          </a:solidFill>
          <a:ln w="12700">
            <a:solidFill>
              <a:srgbClr val="3A2D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325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Relación con clientes: Soporte por WhatsApp · Seguimiento post-entrega · Venta de actualizaciones recurrentes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E8A020">
              <a:alpha val="10000"/>
            </a:srgbClr>
          </a:solidFill>
          <a:ln w="12700">
            <a:solidFill>
              <a:srgbClr val="E8A020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DF6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recibe el cliente?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804672"/>
          </a:xfrm>
          <a:prstGeom prst="roundRect">
            <a:avLst>
              <a:gd name="adj" fmla="val 13636"/>
            </a:avLst>
          </a:prstGeom>
          <a:solidFill>
            <a:srgbClr val="251C0E"/>
          </a:solidFill>
          <a:ln w="12700">
            <a:solidFill>
              <a:srgbClr val="3A2D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435608"/>
            <a:ext cx="502920" cy="502920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35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D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408176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74520" y="138988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D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en PDF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74520" y="1682496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profesional con logo, colores y fotos del local. Listo para imprimir en A4, A5 o díptico.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194560"/>
            <a:ext cx="8321040" cy="804672"/>
          </a:xfrm>
          <a:prstGeom prst="roundRect">
            <a:avLst>
              <a:gd name="adj" fmla="val 13636"/>
            </a:avLst>
          </a:prstGeom>
          <a:solidFill>
            <a:srgbClr val="251C0E"/>
          </a:solidFill>
          <a:ln w="12700">
            <a:solidFill>
              <a:srgbClr val="3A2D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2331720"/>
            <a:ext cx="502920" cy="502920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D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2304288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🖨️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74520" y="22860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D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Copias físicas impresas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74520" y="257860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 20 copias plastificadas según el paquete, subcontratadas a imprenta local en Tacna.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090672"/>
            <a:ext cx="8321040" cy="804672"/>
          </a:xfrm>
          <a:prstGeom prst="roundRect">
            <a:avLst>
              <a:gd name="adj" fmla="val 13636"/>
            </a:avLst>
          </a:prstGeom>
          <a:solidFill>
            <a:srgbClr val="251C0E"/>
          </a:solidFill>
          <a:ln w="12700">
            <a:solidFill>
              <a:srgbClr val="3A2D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27832"/>
            <a:ext cx="502920" cy="502920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27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D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320040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📲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874520" y="318211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D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sticker/tarjeta para mesas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74520" y="347472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QR único y permanente por local. El cliente lo escanea en la mesa y ve la carta digital.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986784"/>
            <a:ext cx="8321040" cy="804672"/>
          </a:xfrm>
          <a:prstGeom prst="roundRect">
            <a:avLst>
              <a:gd name="adj" fmla="val 13636"/>
            </a:avLst>
          </a:prstGeom>
          <a:solidFill>
            <a:srgbClr val="251C0E"/>
          </a:solidFill>
          <a:ln w="12700">
            <a:solidFill>
              <a:srgbClr val="3A2D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" y="4123944"/>
            <a:ext cx="502920" cy="502920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123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D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70432" y="4096512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874520" y="407822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D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con carta digital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74520" y="437083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web responsiva con URL propia. Compartible por WhatsApp, Instagram, Facebook y TikTok.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E8A020">
              <a:alpha val="15000"/>
            </a:srgbClr>
          </a:solidFill>
          <a:ln w="12700">
            <a:solidFill>
              <a:srgbClr val="E8A02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25603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105156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CartaPro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tu carta es solo una foto de WhatsApp, nosotros te damos carta impresa, QR en tus mesas y página web — todo listo en menos de una semana."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645920" y="2944368"/>
            <a:ext cx="1920240" cy="1298448"/>
          </a:xfrm>
          <a:prstGeom prst="roundRect">
            <a:avLst>
              <a:gd name="adj" fmla="val 8451"/>
            </a:avLst>
          </a:prstGeom>
          <a:solidFill>
            <a:srgbClr val="2E1F08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303580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S/ 150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45920" y="36758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86200" y="2944368"/>
            <a:ext cx="1920240" cy="1298448"/>
          </a:xfrm>
          <a:prstGeom prst="roundRect">
            <a:avLst>
              <a:gd name="adj" fmla="val 8451"/>
            </a:avLst>
          </a:prstGeom>
          <a:solidFill>
            <a:srgbClr val="2E1F08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86200" y="303580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días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886200" y="36758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2944368"/>
            <a:ext cx="1920240" cy="1298448"/>
          </a:xfrm>
          <a:prstGeom prst="roundRect">
            <a:avLst>
              <a:gd name="adj" fmla="val 8451"/>
            </a:avLst>
          </a:prstGeom>
          <a:solidFill>
            <a:srgbClr val="2E1F08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03580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3-en-1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26480" y="36758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cartapro.pe · WhatsApp · Instagram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CartaPro — Emprendimiento de Cartas para Restaurantes</dc:title>
  <dc:subject>PptxGenJS Presentation</dc:subject>
  <dc:creator>PptxGenJS</dc:creator>
  <cp:lastModifiedBy>PptxGenJS</cp:lastModifiedBy>
  <cp:revision>1</cp:revision>
  <dcterms:created xsi:type="dcterms:W3CDTF">2026-06-22T16:16:34Z</dcterms:created>
  <dcterms:modified xsi:type="dcterms:W3CDTF">2026-06-22T16:16:34Z</dcterms:modified>
</cp:coreProperties>
</file>